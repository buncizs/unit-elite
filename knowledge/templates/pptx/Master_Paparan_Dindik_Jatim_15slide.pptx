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822960" cy="11826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28800"/>
            <a:ext cx="10241280" cy="1280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65D"/>
                </a:solidFill>
                <a:latin typeface="Arial"/>
              </a:rPr>
              <a:t>{{DECK_TITLE}}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98755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Arial"/>
              </a:rPr>
              <a:t>{{DECK_SUBTITLE}}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4069080"/>
            <a:ext cx="2926080" cy="32004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UNIT ELITE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46520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{{S_1_SECTION}}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{{S_1_TITLE}}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{{S_1_BODY}}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{{S_1_CALLOUT}}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{{S_2_SECTION}}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{{S_2_TITLE}}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{{S_2_BODY}}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{{S_2_CALLOUT}}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{{S_3_SECTION}}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{{S_3_TITLE}}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{{S_3_BODY}}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{{S_3_CALLOUT}}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{{S_4_SECTION}}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{{S_4_TITLE}}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{{S_4_BODY}}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{{S_4_CALLOUT}}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{{S_5_SECTION}}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{{S_5_TITLE}}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{{S_5_BODY}}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{{S_5_CALLOUT}}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{{S_6_SECTION}}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{{S_6_TITLE}}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{{S_6_BODY}}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{{S_6_CALLOUT}}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{{S_7_SECTION}}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{{S_7_TITLE}}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{{S_7_BODY}}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{{S_7_CALLOUT}}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{{S_8_SECTION}}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{{S_8_TITLE}}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{{S_8_BODY}}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{{S_8_CALLOUT}}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{{S_9_SECTION}}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{{S_9_TITLE}}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{{S_9_BODY}}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{{S_9_CALLOUT}}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{{S_10_SECTION}}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{{S_10_TITLE}}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{{S_10_BODY}}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{{S_10_CALLOUT}}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{{S_11_SECTION}}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{{S_11_TITLE}}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{{S_11_BODY}}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{{S_11_CALLOUT}}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{{S_12_SECTION}}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{{S_12_TITLE}}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{{S_12_BODY}}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{{S_12_CALLOUT}}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{{S_13_SECTION}}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{{S_13_TITLE}}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{{S_13_BODY}}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{{S_13_CALLOUT}}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ja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82880"/>
            <a:ext cx="438912" cy="630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10241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{{S_14_SECTION}}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{{S_14_TITLE}}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" cy="27432"/>
          </a:xfrm>
          <a:prstGeom prst="rect">
            <a:avLst/>
          </a:prstGeom>
          <a:solidFill>
            <a:srgbClr val="C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10744200" cy="4297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rial"/>
              </a:rPr>
              <a:t>{{S_14_BODY}}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5138928"/>
            <a:ext cx="342900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5285232"/>
            <a:ext cx="30906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365D"/>
                </a:solidFill>
                <a:latin typeface="Arial"/>
              </a:rPr>
              <a:t>{{S_14_CALLOUT}}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Arial"/>
              </a:rPr>
              <a:t>TASK-ID: {{TASK_ID}}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10528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rial"/>
              </a:rPr>
              <a:t>Dinas Pendidikan Provinsi Jawa Timur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